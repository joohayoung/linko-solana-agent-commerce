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Linko는 판매 실적이 확정되는 즉시 온체인에서 USDC로 자동 정산되는 성과형 광고 플랫폼입니다.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280160"/>
            <a:ext cx="5669280" cy="5669280"/>
          </a:xfrm>
          <a:prstGeom prst="ellipse">
            <a:avLst/>
          </a:prstGeom>
          <a:solidFill>
            <a:srgbClr val="4A2FB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023360" cy="4023360"/>
          </a:xfrm>
          <a:prstGeom prst="ellipse">
            <a:avLst/>
          </a:prstGeom>
          <a:solidFill>
            <a:srgbClr val="0FBF90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Linko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E3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판매된 만큼, 그 자리에서 바로 정산받는 성과형 광고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5643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B9B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참여하고, 실적이 확정되는 즉시 Solana 블록체인에서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B9B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USDC로 자동 정산되는 에이전틱 커머스 플랫폼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4892040" cy="475488"/>
          </a:xfrm>
          <a:prstGeom prst="roundRect">
            <a:avLst>
              <a:gd name="adj" fmla="val 50000"/>
            </a:avLst>
          </a:prstGeom>
          <a:solidFill>
            <a:srgbClr val="1E1A44"/>
          </a:solidFill>
          <a:ln w="12700">
            <a:solidFill>
              <a:srgbClr val="3A3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9204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C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A · Agent-Initiated Commerce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× Solana  |  AI Agentic Hackathon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E1A44"/>
          </a:solidFill>
          <a:ln w="15875">
            <a:solidFill>
              <a:srgbClr val="7B4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27848" y="1764792"/>
            <a:ext cx="219456" cy="219456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15636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 예산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93608" y="18928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예산을 USDC로 선입금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2350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E3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2679192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E1A44"/>
          </a:solidFill>
          <a:ln w="15875">
            <a:solidFill>
              <a:srgbClr val="4A2F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7848" y="3026664"/>
            <a:ext cx="219456" cy="219456"/>
          </a:xfrm>
          <a:prstGeom prst="ellipse">
            <a:avLst/>
          </a:prstGeom>
          <a:solidFill>
            <a:srgbClr val="4A2FBD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8254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금고 (Vault PDA)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3154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구매가 확정될 때까지 안전 보관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35240" y="3611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E3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35240" y="3941064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E1A44"/>
          </a:solidFill>
          <a:ln w="15875">
            <a:solidFill>
              <a:srgbClr val="0FBF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7848" y="4288536"/>
            <a:ext cx="219456" cy="219456"/>
          </a:xfrm>
          <a:prstGeom prst="ellipse">
            <a:avLst/>
          </a:prstGeom>
          <a:solidFill>
            <a:srgbClr val="0FBF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93608" y="40873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지갑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93608" y="44165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즉시 USDC 지급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인플루언서 마케팅의 구조적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54600" cy="3520440"/>
          </a:xfrm>
          <a:prstGeom prst="roundRect">
            <a:avLst>
              <a:gd name="adj" fmla="val 2597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7830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B4FE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596896"/>
            <a:ext cx="146304" cy="146304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2487168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크리에이터를 찾고 검증하는 일이 곧 비용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2907792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캠페인마다 적합한 크리에이터를 일일이 탐색하고, 개별 컨택하고, 실제 역량을 검증하는 데 시간과 인력이 크게 소요됩니다.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4014216"/>
            <a:ext cx="146304" cy="146304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3904488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프로세스가 느리고 불투명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4325112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대행사를 끼거나 수기로 처리해, 예산이 어디에 얼마나 집행됐는지 실시간으로 확인하기 어렵습니다.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97016" y="1481328"/>
            <a:ext cx="5254600" cy="3520440"/>
          </a:xfrm>
          <a:prstGeom prst="roundRect">
            <a:avLst>
              <a:gd name="adj" fmla="val 2597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44488" y="17830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FBF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44488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62776" y="2596896"/>
            <a:ext cx="146304" cy="146304"/>
          </a:xfrm>
          <a:prstGeom prst="ellipse">
            <a:avLst/>
          </a:prstGeom>
          <a:solidFill>
            <a:srgbClr val="0FBF90"/>
          </a:solidFill>
          <a:ln/>
        </p:spPr>
      </p:sp>
      <p:sp>
        <p:nvSpPr>
          <p:cNvPr id="17" name="Text 15"/>
          <p:cNvSpPr/>
          <p:nvPr/>
        </p:nvSpPr>
        <p:spPr>
          <a:xfrm>
            <a:off x="6955384" y="2487168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수 기준 자격 제한으로 진입이 어렵다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5384" y="2907792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조건이 팔로워 규모로 걸려 있어, 신규·중소 크리에이터는 캠페인에 진입하는 것 자체가 어렵습니다.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62776" y="4014216"/>
            <a:ext cx="146304" cy="146304"/>
          </a:xfrm>
          <a:prstGeom prst="ellipse">
            <a:avLst/>
          </a:prstGeom>
          <a:solidFill>
            <a:srgbClr val="0FBF90"/>
          </a:solidFill>
          <a:ln/>
        </p:spPr>
      </p:sp>
      <p:sp>
        <p:nvSpPr>
          <p:cNvPr id="20" name="Text 18"/>
          <p:cNvSpPr/>
          <p:nvPr/>
        </p:nvSpPr>
        <p:spPr>
          <a:xfrm>
            <a:off x="6955384" y="3904488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정산 주기와 확인되지 않는 입금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55384" y="4325112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등 정산 주기가 길고, 내 실적이 언제 얼마로 정산되는지 직접 확인할 방법이 없습니다.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광고주는 사람을 찾느라, 크리에이터는 돈을 기다리느라 시간을 쓴다 — 양쪽 모두 신뢰 비용을 지불하는 구조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Linko가 제안하는 방식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024128"/>
          </a:xfrm>
          <a:prstGeom prst="roundRect">
            <a:avLst>
              <a:gd name="adj" fmla="val 10714"/>
            </a:avLst>
          </a:prstGeom>
          <a:solidFill>
            <a:srgbClr val="4A2FB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참여해서, 실적이 확정되는 즉시 온체인으로 빠르게 정산받는 에이전틱 커머스 플랫폼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880360"/>
            <a:ext cx="347472" cy="347472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27432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참여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743200"/>
            <a:ext cx="7436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제한 없이 누구나 캠페인에 참여해 전용 추천 링크를 발급받습니다.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38144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575304"/>
            <a:ext cx="347472" cy="347472"/>
          </a:xfrm>
          <a:prstGeom prst="ellipse">
            <a:avLst/>
          </a:prstGeom>
          <a:solidFill>
            <a:srgbClr val="0FBF90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34381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기반 빠른 정산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438144"/>
            <a:ext cx="7436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확정대기기간만 지나면 별도 정산일 없이 즉시 온체인에서 USDC가 지급됩니다.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4270248"/>
            <a:ext cx="347472" cy="347472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41330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성과 요율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4133088"/>
            <a:ext cx="7436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판매 건수가 쌓일수록 커미션 요율이 자동으로 상승하는 티어 구조입니다.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28032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965192"/>
            <a:ext cx="347472" cy="347472"/>
          </a:xfrm>
          <a:prstGeom prst="ellipse">
            <a:avLst/>
          </a:prstGeom>
          <a:solidFill>
            <a:srgbClr val="0FBF90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53312" y="482803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투명한 검증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4828032"/>
            <a:ext cx="7436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정산이 Solscan 트랜잭션으로 남아 누구나 직접 확인할 수 있습니다.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522976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5660136"/>
            <a:ext cx="347472" cy="347472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3312" y="55229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'링코'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5522976"/>
            <a:ext cx="7436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검색, 실적 분석, 수익 시뮬레이션, 광고 문구 생성을 대화형으로 지원합니다.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플랫폼인가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4600" cy="4023360"/>
          </a:xfrm>
          <a:prstGeom prst="roundRect">
            <a:avLst>
              <a:gd name="adj" fmla="val 227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755648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7B4FE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75564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 (Advertiser)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87552" y="24688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7552" y="24688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4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08176" y="2432304"/>
            <a:ext cx="411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다수의 크리에이터로 넓은 노출을 원하는 기업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08176" y="2852928"/>
            <a:ext cx="411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하나만 등록하면 다수가 자율 참여 — 개별 섭외 부담 없이 노출을 확장합니다.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3639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7552" y="36393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4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08176" y="3602736"/>
            <a:ext cx="411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크리에이터까지 확장하려는 기업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08176" y="4023360"/>
            <a:ext cx="411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USDC 온체인 정산이라 국경과 무관하게 동일한 방식으로 지급됩니다.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" y="480974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7552" y="480974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4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08176" y="4773168"/>
            <a:ext cx="411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성과가 확인된 만큼만 집행하고 싶은 기업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08176" y="5193792"/>
            <a:ext cx="411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예산을 미리 맡겨두고, 구매확정된 건에 대해서만 차감·검증됩니다.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97016" y="1463040"/>
            <a:ext cx="5254600" cy="4023360"/>
          </a:xfrm>
          <a:prstGeom prst="roundRect">
            <a:avLst>
              <a:gd name="adj" fmla="val 227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44488" y="1755648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BF90"/>
          </a:solidFill>
          <a:ln/>
        </p:spPr>
      </p:sp>
      <p:sp>
        <p:nvSpPr>
          <p:cNvPr id="27" name="Text 25"/>
          <p:cNvSpPr/>
          <p:nvPr/>
        </p:nvSpPr>
        <p:spPr>
          <a:xfrm>
            <a:off x="6644488" y="175564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(Creator)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44488" y="24688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64448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44488" y="24688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BF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448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65112" y="2432304"/>
            <a:ext cx="411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수 때문에 진입이 어려웠던 신규·중소 크리에이터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65112" y="2852928"/>
            <a:ext cx="411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제한 없이 누구나 원하는 캠페인에 참여할 수 있습니다.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44488" y="3639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644488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644488" y="36393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BF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4488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065112" y="3602736"/>
            <a:ext cx="411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정산 주기와 불투명한 입금이 부담인 크리에이터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65112" y="4023360"/>
            <a:ext cx="411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즉시 지갑으로 USDC가 입금되고 Solscan으로 직접 확인합니다.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44488" y="480974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644488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44488" y="480974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BF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4488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65112" y="4773168"/>
            <a:ext cx="411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성과를 쌓아 수익을 키우고 싶은 크리에이터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65112" y="5193792"/>
            <a:ext cx="411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확정 건수에 따라 커미션 요율이 자동 상승합니다.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56692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해외 확장은 USDC 온체인 정산 구조가 열어주는 확장성으로, 국가별 통화 처리는 향후 로드맵 항목입니다.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— 예산을 맡아두고, 확정되면 자동 지급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7295" cy="2103120"/>
          </a:xfrm>
          <a:prstGeom prst="roundRect">
            <a:avLst>
              <a:gd name="adj" fmla="val 5217"/>
            </a:avLst>
          </a:prstGeom>
          <a:solidFill>
            <a:srgbClr val="EFED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ON-CHAIN · Solana Devnet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B4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02996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 지갑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" y="253288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예산을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USDC로 보유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847088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A2F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202996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금고 (Vault PDA)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253288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USDC를 맡아두고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지급액을 블록체인에 기록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49640" y="1847088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FBF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7656" y="202996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F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지갑 (ATA)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77656" y="253288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커미션을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USDC로 수령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5888" y="2414016"/>
            <a:ext cx="777240" cy="237744"/>
          </a:xfrm>
          <a:prstGeom prst="rightArrow">
            <a:avLst/>
          </a:prstGeom>
          <a:solidFill>
            <a:srgbClr val="B3AAD8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9916" y="1874520"/>
            <a:ext cx="329184" cy="329184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17" name="Text 15"/>
          <p:cNvSpPr/>
          <p:nvPr/>
        </p:nvSpPr>
        <p:spPr>
          <a:xfrm>
            <a:off x="3899916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62088" y="2414016"/>
            <a:ext cx="777240" cy="237744"/>
          </a:xfrm>
          <a:prstGeom prst="rightArrow">
            <a:avLst/>
          </a:prstGeom>
          <a:solidFill>
            <a:srgbClr val="B3AAD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6116" y="1874520"/>
            <a:ext cx="329184" cy="329184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20" name="Text 18"/>
          <p:cNvSpPr/>
          <p:nvPr/>
        </p:nvSpPr>
        <p:spPr>
          <a:xfrm>
            <a:off x="7786116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58444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create_campaign — 광고주 예산 USDC를 캠페인 금고에 선입금        ②  settle_commission — 구매확정된 건의 커미션만 크리에이터 지갑으로 자동 지급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82219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금고에 들어간 예산은 사람이 임의로 꺼낼 수 없고, 구매확정 조건이 충족될 때만 프로그램이 크리에이터에게 지급합니다.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11277295" cy="1417320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OFF-CHAIN · Node.js + Google Cloud Gemini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17320" y="4590288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4663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엔진 (settlementEngine)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492861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확정대기기간 경과·취소 여부 판정 → 누적 건수로 요율 산출 → settle_commission 호출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4590288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663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(Gemini Function Calling)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492861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검색 · 실적 분석 · 수익 시뮬레이션 · 광고 문구 생성을 자율 도구 호출로 처리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870448"/>
            <a:ext cx="15041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3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870448"/>
            <a:ext cx="1504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Solana Devnet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107692" y="5870448"/>
            <a:ext cx="8321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3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7692" y="5870448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Anchor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86100" y="5870448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3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6100" y="58704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 Token · USDC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4628" y="5870448"/>
            <a:ext cx="16962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3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4628" y="5870448"/>
            <a:ext cx="16962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Solana Pay (폴백)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67144" y="58704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3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67144" y="58704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29600" y="5870448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3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870448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REVENUE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4600" cy="1600200"/>
          </a:xfrm>
          <a:prstGeom prst="roundRect">
            <a:avLst>
              <a:gd name="adj" fmla="val 6857"/>
            </a:avLst>
          </a:prstGeom>
          <a:solidFill>
            <a:srgbClr val="F5F4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72768"/>
            <a:ext cx="452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표준 어필리에이트 네트워크 수수료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01952"/>
            <a:ext cx="452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20~30%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2615184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Awin 등 대형 네트워크의 커미션 오버라이드 기준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7016" y="1417320"/>
            <a:ext cx="5254600" cy="1600200"/>
          </a:xfrm>
          <a:prstGeom prst="roundRect">
            <a:avLst>
              <a:gd name="adj" fmla="val 6857"/>
            </a:avLst>
          </a:prstGeom>
          <a:solidFill>
            <a:srgbClr val="4A2FBD"/>
          </a:solidFill>
          <a:ln/>
        </p:spPr>
      </p:sp>
      <p:sp>
        <p:nvSpPr>
          <p:cNvPr id="9" name="Text 7"/>
          <p:cNvSpPr/>
          <p:nvPr/>
        </p:nvSpPr>
        <p:spPr>
          <a:xfrm>
            <a:off x="6662776" y="1572768"/>
            <a:ext cx="452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B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Linko 온체인 정산 수수료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62776" y="1901952"/>
            <a:ext cx="452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15~20%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62776" y="2615184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전 과정이 자동화되어 운영비 없이 더 낮은 요율로 제공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6118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4A2FB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611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404164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온체인 정산 수수료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4443984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크리에이터에게 지급되는 커미션의 15~20%를 정산 시점에 스마트컨트랙트가 자동 분할 차감합니다. 사람이 개입하는 정산 업무가 없어 낮은 요율에서도 마진이 확보됩니다.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3364992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36118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7B4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3611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9432" y="404164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프리미엄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99432" y="4443984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문구 생성·수익 시뮬레이션 등 에이전트 기능은 기본 무료, 무제한 사용과 고급 실적 리포트는 월 구독으로 과금합니다.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364992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1DEF2"/>
            </a:solidFill>
            <a:prstDash val="solid"/>
          </a:ln>
          <a:effectLst>
            <a:outerShdw sx="100000" sy="100000" kx="0" ky="0" algn="bl" rotWithShape="0" blurRad="127000" dist="25400" dir="5400000">
              <a:srgbClr val="1A183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02752" y="36118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FBF90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3611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02752" y="404164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인프라 라이선싱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02752" y="4443984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커머스·제휴 플랫폼을 가진 기업에 블록체인 자동 정산 인프라를 API·화이트라벨로 제공하는 B2B 확장 (로드맵).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704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Awin 네트워크 오버라이드 20%, 어필리에이트 네트워크 일반 거래 오버라이드 20~30% 기준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ADOPTION SCENARIO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시나리오 — 신제품 런칭 캠페인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뷰티 브랜드 A · 신제품 선크림 (판매가 35,000원) · 캠페인 예산 500만원 · 확정대기 7일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9720" y="187452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5F4FB"/>
          </a:solidFill>
          <a:ln/>
        </p:spPr>
      </p:sp>
      <p:sp>
        <p:nvSpPr>
          <p:cNvPr id="6" name="Shape 4"/>
          <p:cNvSpPr/>
          <p:nvPr/>
        </p:nvSpPr>
        <p:spPr>
          <a:xfrm>
            <a:off x="1313536" y="2121408"/>
            <a:ext cx="475488" cy="475488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7" name="Text 5"/>
          <p:cNvSpPr/>
          <p:nvPr/>
        </p:nvSpPr>
        <p:spPr>
          <a:xfrm>
            <a:off x="1313536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4312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등록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4312" y="3310128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A가 상품·요율 티어·확정대기기간(7일)·예산 500만원을 등록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2840" y="2880360"/>
            <a:ext cx="169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A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72004" y="187452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5F4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5820" y="2121408"/>
            <a:ext cx="475488" cy="475488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358582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36596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선입금·보관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36596" y="3310128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USDC로 환산되어 캠페인 금고(Vault PDA)에 보관 (create_campaign)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5124" y="2880360"/>
            <a:ext cx="169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A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44288" y="187452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5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8104" y="2121408"/>
            <a:ext cx="475488" cy="475488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19" name="Text 17"/>
          <p:cNvSpPr/>
          <p:nvPr/>
        </p:nvSpPr>
        <p:spPr>
          <a:xfrm>
            <a:off x="5858104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08880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참여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08880" y="3310128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제한 없이 30명이 참여해 각자 전용 추천 링크 발급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47408" y="2880360"/>
            <a:ext cx="169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A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6572" y="187452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5F4FB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0388" y="2121408"/>
            <a:ext cx="475488" cy="475488"/>
          </a:xfrm>
          <a:prstGeom prst="ellipse">
            <a:avLst/>
          </a:prstGeom>
          <a:solidFill>
            <a:srgbClr val="7B4FE8"/>
          </a:solidFill>
          <a:ln/>
        </p:spPr>
      </p:sp>
      <p:sp>
        <p:nvSpPr>
          <p:cNvPr id="25" name="Text 23"/>
          <p:cNvSpPr/>
          <p:nvPr/>
        </p:nvSpPr>
        <p:spPr>
          <a:xfrm>
            <a:off x="8130388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81164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발생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81164" y="3310128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링크를 통해 구매 발생 → 주문이 확정대기 상태로 기록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9692" y="2880360"/>
            <a:ext cx="169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A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88856" y="187452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E9F9F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02672" y="2121408"/>
            <a:ext cx="475488" cy="475488"/>
          </a:xfrm>
          <a:prstGeom prst="ellipse">
            <a:avLst/>
          </a:prstGeom>
          <a:solidFill>
            <a:srgbClr val="0FBF9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02672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53448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정산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753448" y="3310128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경과·취소 없는 건만 누적 요율 적용해 USDC 자동 지급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10911535" cy="1207008"/>
          </a:xfrm>
          <a:prstGeom prst="roundRect">
            <a:avLst>
              <a:gd name="adj" fmla="val 9091"/>
            </a:avLst>
          </a:prstGeom>
          <a:solidFill>
            <a:srgbClr val="12102B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E3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" y="4992624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D1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브랜드는 크리에이터를 직접 섭외하지 않고도 30명 규모의 판매 채널을 확보하고, 실제 확정된 판매 건에 대해서만 예산이 차감됩니다.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D1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크리에이터는 정산일을 기다릴 필요 없이 확정 즉시 USDC를 받고, 양측 모두 Solscan에서 동일한 정산 내역을 검증합니다.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LINKO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차별점과 다음 단계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25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54600" cy="1170432"/>
          </a:xfrm>
          <a:prstGeom prst="roundRect">
            <a:avLst>
              <a:gd name="adj" fmla="val 781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85416"/>
            <a:ext cx="470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정산이 곧 스마트컨트랙트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70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정산을 사람이나 대행사가 처리하지 않고, 확정 조건이 충족되면 프로그램이 직접 자금을 지급합니다.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5254600" cy="1170432"/>
          </a:xfrm>
          <a:prstGeom prst="roundRect">
            <a:avLst>
              <a:gd name="adj" fmla="val 781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83864"/>
            <a:ext cx="470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먼저 들어와 있다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813048"/>
            <a:ext cx="470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 예산이 캠페인 금고에 미리 입금되어 크리에이터는 미지급 위험 없이 참여할 수 있습니다.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5254600" cy="1170432"/>
          </a:xfrm>
          <a:prstGeom prst="roundRect">
            <a:avLst>
              <a:gd name="adj" fmla="val 781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82312"/>
            <a:ext cx="470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양측이 같은 장부를 본다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5111496"/>
            <a:ext cx="470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내역이 온체인에 남아 광고주·크리에이터가 동일한 기록을 각자 검증합니다.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97016" y="1572768"/>
            <a:ext cx="525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F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97016" y="2057400"/>
            <a:ext cx="5254600" cy="1170432"/>
          </a:xfrm>
          <a:prstGeom prst="roundRect">
            <a:avLst>
              <a:gd name="adj" fmla="val 781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1336" y="22402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FBF90"/>
          </a:solidFill>
          <a:ln/>
        </p:spPr>
      </p:sp>
      <p:sp>
        <p:nvSpPr>
          <p:cNvPr id="17" name="Text 15"/>
          <p:cNvSpPr/>
          <p:nvPr/>
        </p:nvSpPr>
        <p:spPr>
          <a:xfrm>
            <a:off x="6571336" y="2240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22896" y="2203704"/>
            <a:ext cx="365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Solana Devnet 기준 블록체인 자동 정산 + Gemini 에이전트 동작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7016" y="3355848"/>
            <a:ext cx="5254600" cy="1170432"/>
          </a:xfrm>
          <a:prstGeom prst="roundRect">
            <a:avLst>
              <a:gd name="adj" fmla="val 781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1336" y="35387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7B4FE8"/>
          </a:solidFill>
          <a:ln/>
        </p:spPr>
      </p:sp>
      <p:sp>
        <p:nvSpPr>
          <p:cNvPr id="21" name="Text 19"/>
          <p:cNvSpPr/>
          <p:nvPr/>
        </p:nvSpPr>
        <p:spPr>
          <a:xfrm>
            <a:off x="6571336" y="3538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22896" y="3502152"/>
            <a:ext cx="365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쇼핑몰 주문상태 API 연동 · 파일 저장소를 실제 DB로 전환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97016" y="4654296"/>
            <a:ext cx="5254600" cy="1170432"/>
          </a:xfrm>
          <a:prstGeom prst="roundRect">
            <a:avLst>
              <a:gd name="adj" fmla="val 7813"/>
            </a:avLst>
          </a:prstGeom>
          <a:solidFill>
            <a:srgbClr val="F5F4FB"/>
          </a:solidFill>
          <a:ln w="12700">
            <a:solidFill>
              <a:srgbClr val="E1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71336" y="483717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7B4FE8"/>
          </a:solidFill>
          <a:ln/>
        </p:spPr>
      </p:sp>
      <p:sp>
        <p:nvSpPr>
          <p:cNvPr id="25" name="Text 23"/>
          <p:cNvSpPr/>
          <p:nvPr/>
        </p:nvSpPr>
        <p:spPr>
          <a:xfrm>
            <a:off x="6571336" y="48371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22896" y="4800600"/>
            <a:ext cx="365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메인넷 전환 · AI 기반 광고주-크리에이터 매칭 추천 · 정산 인프라 B2B 제공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089904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ID  4KocVh769f9Z43717gsSW9Wp4863eQ7npKSWEbDbwLPP  ·  Solana Devnet  ·  github.com/joohayoung/Linko-solana-agent-commerce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Linko - Product Introduction</dc:title>
  <dc:subject>PptxGenJS Presentation</dc:subject>
  <dc:creator>Linko</dc:creator>
  <cp:lastModifiedBy>Linko</cp:lastModifiedBy>
  <cp:revision>1</cp:revision>
  <dcterms:created xsi:type="dcterms:W3CDTF">2026-08-02T18:03:59Z</dcterms:created>
  <dcterms:modified xsi:type="dcterms:W3CDTF">2026-08-02T18:03:59Z</dcterms:modified>
</cp:coreProperties>
</file>